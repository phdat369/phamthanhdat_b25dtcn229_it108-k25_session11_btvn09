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9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93EA393-0BF6-459C-93F8-ED9426E37EAB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Relationship Id="rId4" Type="http://schemas.openxmlformats.org/officeDocument/2006/relationships/image" Target="../media/image4.jp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Relationship Id="rId4" Type="http://schemas.openxmlformats.org/officeDocument/2006/relationships/image" Target="../media/image4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FC0313-50BE-4D2C-9442-E4CAC4275125}" type="doc">
      <dgm:prSet loTypeId="urn:microsoft.com/office/officeart/2005/8/layout/pList1" loCatId="list" qsTypeId="urn:microsoft.com/office/officeart/2005/8/quickstyle/3d6" qsCatId="3D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EDA20E21-88C2-4854-BA0B-234F9F92E119}">
      <dgm:prSet phldrT="[Text]" custT="1"/>
      <dgm:spPr/>
      <dgm:t>
        <a:bodyPr/>
        <a:lstStyle/>
        <a:p>
          <a:r>
            <a:rPr lang="vi-VN" sz="4000" dirty="0"/>
            <a:t>Học tập</a:t>
          </a:r>
          <a:endParaRPr lang="en-US" sz="4000" dirty="0"/>
        </a:p>
      </dgm:t>
    </dgm:pt>
    <dgm:pt modelId="{41BF911A-67EE-40A2-9CB9-E7FBE0247096}" type="parTrans" cxnId="{B99B010A-D16F-41F9-9C1D-FE489FD7C22D}">
      <dgm:prSet/>
      <dgm:spPr/>
      <dgm:t>
        <a:bodyPr/>
        <a:lstStyle/>
        <a:p>
          <a:endParaRPr lang="en-US"/>
        </a:p>
      </dgm:t>
    </dgm:pt>
    <dgm:pt modelId="{C0C6ECB7-3E13-4171-8E97-807A994F0512}" type="sibTrans" cxnId="{B99B010A-D16F-41F9-9C1D-FE489FD7C22D}">
      <dgm:prSet/>
      <dgm:spPr/>
      <dgm:t>
        <a:bodyPr/>
        <a:lstStyle/>
        <a:p>
          <a:endParaRPr lang="en-US"/>
        </a:p>
      </dgm:t>
    </dgm:pt>
    <dgm:pt modelId="{3C083367-527F-4AAC-B3E7-EFE6FED0D97E}">
      <dgm:prSet phldrT="[Text]" custT="1"/>
      <dgm:spPr/>
      <dgm:t>
        <a:bodyPr/>
        <a:lstStyle/>
        <a:p>
          <a:r>
            <a:rPr lang="vi-VN" sz="4000" dirty="0"/>
            <a:t>Thực hành</a:t>
          </a:r>
          <a:endParaRPr lang="en-US" sz="4000" dirty="0"/>
        </a:p>
      </dgm:t>
    </dgm:pt>
    <dgm:pt modelId="{7F7863CC-FB02-4255-947D-78125555A00F}" type="parTrans" cxnId="{3594B6B1-DB17-4639-A9CD-86A0FE6DB38D}">
      <dgm:prSet/>
      <dgm:spPr/>
      <dgm:t>
        <a:bodyPr/>
        <a:lstStyle/>
        <a:p>
          <a:endParaRPr lang="en-US"/>
        </a:p>
      </dgm:t>
    </dgm:pt>
    <dgm:pt modelId="{E0C2DB5F-A20C-4423-875F-F1B237961B2D}" type="sibTrans" cxnId="{3594B6B1-DB17-4639-A9CD-86A0FE6DB38D}">
      <dgm:prSet/>
      <dgm:spPr/>
      <dgm:t>
        <a:bodyPr/>
        <a:lstStyle/>
        <a:p>
          <a:endParaRPr lang="en-US"/>
        </a:p>
      </dgm:t>
    </dgm:pt>
    <dgm:pt modelId="{DA64935E-9998-429D-B793-D24E9C55F967}">
      <dgm:prSet phldrT="[Text]" custT="1"/>
      <dgm:spPr/>
      <dgm:t>
        <a:bodyPr/>
        <a:lstStyle/>
        <a:p>
          <a:r>
            <a:rPr lang="vi-VN" sz="4000" dirty="0"/>
            <a:t>Đánh giá</a:t>
          </a:r>
          <a:endParaRPr lang="en-US" sz="4000" dirty="0"/>
        </a:p>
      </dgm:t>
    </dgm:pt>
    <dgm:pt modelId="{54561797-8F99-4F4C-8218-AB6299E7923E}" type="parTrans" cxnId="{2097A923-007F-421A-8F9B-C713B38B36CB}">
      <dgm:prSet/>
      <dgm:spPr/>
      <dgm:t>
        <a:bodyPr/>
        <a:lstStyle/>
        <a:p>
          <a:endParaRPr lang="en-US"/>
        </a:p>
      </dgm:t>
    </dgm:pt>
    <dgm:pt modelId="{0DBAE313-83CD-45FD-9104-A29A67E00132}" type="sibTrans" cxnId="{2097A923-007F-421A-8F9B-C713B38B36CB}">
      <dgm:prSet/>
      <dgm:spPr/>
      <dgm:t>
        <a:bodyPr/>
        <a:lstStyle/>
        <a:p>
          <a:endParaRPr lang="en-US"/>
        </a:p>
      </dgm:t>
    </dgm:pt>
    <dgm:pt modelId="{1A5D7148-F762-4705-A637-EA92BDECF860}">
      <dgm:prSet phldrT="[Text]" custT="1"/>
      <dgm:spPr/>
      <dgm:t>
        <a:bodyPr/>
        <a:lstStyle/>
        <a:p>
          <a:r>
            <a:rPr lang="vi-VN" sz="4000" dirty="0"/>
            <a:t>Phát triển</a:t>
          </a:r>
          <a:endParaRPr lang="en-US" sz="4000" dirty="0"/>
        </a:p>
      </dgm:t>
    </dgm:pt>
    <dgm:pt modelId="{032E0E8E-AB04-4D13-AB48-23BE29126484}" type="parTrans" cxnId="{17CFCEBB-2737-4084-96A7-23AE27CDE458}">
      <dgm:prSet/>
      <dgm:spPr/>
      <dgm:t>
        <a:bodyPr/>
        <a:lstStyle/>
        <a:p>
          <a:endParaRPr lang="en-US"/>
        </a:p>
      </dgm:t>
    </dgm:pt>
    <dgm:pt modelId="{EB8F070D-B2DD-4C2C-8980-477800178604}" type="sibTrans" cxnId="{17CFCEBB-2737-4084-96A7-23AE27CDE458}">
      <dgm:prSet/>
      <dgm:spPr/>
      <dgm:t>
        <a:bodyPr/>
        <a:lstStyle/>
        <a:p>
          <a:endParaRPr lang="en-US"/>
        </a:p>
      </dgm:t>
    </dgm:pt>
    <dgm:pt modelId="{F92E4599-5669-443B-9843-3F318CB8BD2D}" type="pres">
      <dgm:prSet presAssocID="{D1FC0313-50BE-4D2C-9442-E4CAC4275125}" presName="Name0" presStyleCnt="0">
        <dgm:presLayoutVars>
          <dgm:dir/>
          <dgm:resizeHandles val="exact"/>
        </dgm:presLayoutVars>
      </dgm:prSet>
      <dgm:spPr/>
    </dgm:pt>
    <dgm:pt modelId="{E722A8E9-FD41-43B4-9B28-B48FC10BC774}" type="pres">
      <dgm:prSet presAssocID="{EDA20E21-88C2-4854-BA0B-234F9F92E119}" presName="compNode" presStyleCnt="0"/>
      <dgm:spPr/>
    </dgm:pt>
    <dgm:pt modelId="{667C5A4A-5C16-4987-8CD3-CF77524CA6F2}" type="pres">
      <dgm:prSet presAssocID="{EDA20E21-88C2-4854-BA0B-234F9F92E119}" presName="pictRect" presStyleLbl="node1" presStyleIdx="0" presStyleCnt="4" custLinFactNeighborX="1404" custLinFactNeighborY="-11346"/>
      <dgm:spPr>
        <a:blipFill>
          <a:blip xmlns:r="http://schemas.openxmlformats.org/officeDocument/2006/relationships" r:embed="rId1"/>
          <a:srcRect/>
          <a:stretch>
            <a:fillRect t="-4000" b="-4000"/>
          </a:stretch>
        </a:blipFill>
      </dgm:spPr>
    </dgm:pt>
    <dgm:pt modelId="{10AA6CDB-759C-4479-AAA4-EB656690B09C}" type="pres">
      <dgm:prSet presAssocID="{EDA20E21-88C2-4854-BA0B-234F9F92E119}" presName="textRect" presStyleLbl="revTx" presStyleIdx="0" presStyleCnt="4" custLinFactNeighborX="1404" custLinFactNeighborY="-4713">
        <dgm:presLayoutVars>
          <dgm:bulletEnabled val="1"/>
        </dgm:presLayoutVars>
      </dgm:prSet>
      <dgm:spPr/>
    </dgm:pt>
    <dgm:pt modelId="{7B86AEBC-EF29-4E6E-98A9-40B0AAA45C66}" type="pres">
      <dgm:prSet presAssocID="{C0C6ECB7-3E13-4171-8E97-807A994F0512}" presName="sibTrans" presStyleLbl="sibTrans2D1" presStyleIdx="0" presStyleCnt="0"/>
      <dgm:spPr/>
    </dgm:pt>
    <dgm:pt modelId="{6325F4B2-AC92-4CA8-BCA7-C0FAD2AFBD6A}" type="pres">
      <dgm:prSet presAssocID="{3C083367-527F-4AAC-B3E7-EFE6FED0D97E}" presName="compNode" presStyleCnt="0"/>
      <dgm:spPr/>
    </dgm:pt>
    <dgm:pt modelId="{28353EC7-AE9D-450F-9C4A-4C8D94389A2E}" type="pres">
      <dgm:prSet presAssocID="{3C083367-527F-4AAC-B3E7-EFE6FED0D97E}" presName="pictRect" presStyleLbl="node1" presStyleIdx="1" presStyleCnt="4" custLinFactNeighborX="64640" custLinFactNeighborY="-223"/>
      <dgm:spPr>
        <a:blipFill>
          <a:blip xmlns:r="http://schemas.openxmlformats.org/officeDocument/2006/relationships" r:embed="rId2"/>
          <a:srcRect/>
          <a:stretch>
            <a:fillRect t="-23000" b="-23000"/>
          </a:stretch>
        </a:blipFill>
      </dgm:spPr>
    </dgm:pt>
    <dgm:pt modelId="{C215F327-24A3-42A3-B56D-C752808378C8}" type="pres">
      <dgm:prSet presAssocID="{3C083367-527F-4AAC-B3E7-EFE6FED0D97E}" presName="textRect" presStyleLbl="revTx" presStyleIdx="1" presStyleCnt="4" custLinFactNeighborX="62974" custLinFactNeighborY="898">
        <dgm:presLayoutVars>
          <dgm:bulletEnabled val="1"/>
        </dgm:presLayoutVars>
      </dgm:prSet>
      <dgm:spPr/>
    </dgm:pt>
    <dgm:pt modelId="{D5B5BF95-F3EC-48C1-90FE-24000C33D770}" type="pres">
      <dgm:prSet presAssocID="{E0C2DB5F-A20C-4423-875F-F1B237961B2D}" presName="sibTrans" presStyleLbl="sibTrans2D1" presStyleIdx="0" presStyleCnt="0"/>
      <dgm:spPr/>
    </dgm:pt>
    <dgm:pt modelId="{E7338E16-A587-4194-8531-B2AFC8EB46AC}" type="pres">
      <dgm:prSet presAssocID="{DA64935E-9998-429D-B793-D24E9C55F967}" presName="compNode" presStyleCnt="0"/>
      <dgm:spPr/>
    </dgm:pt>
    <dgm:pt modelId="{0812AD76-209E-48A6-97A4-AD671F988F92}" type="pres">
      <dgm:prSet presAssocID="{DA64935E-9998-429D-B793-D24E9C55F967}" presName="pictRect" presStyleLbl="node1" presStyleIdx="2" presStyleCnt="4" custLinFactY="60329" custLinFactNeighborX="-43981" custLinFactNeighborY="100000"/>
      <dgm:spPr>
        <a:blipFill>
          <a:blip xmlns:r="http://schemas.openxmlformats.org/officeDocument/2006/relationships" r:embed="rId3"/>
          <a:srcRect/>
          <a:stretch>
            <a:fillRect t="-23000" b="-23000"/>
          </a:stretch>
        </a:blipFill>
      </dgm:spPr>
    </dgm:pt>
    <dgm:pt modelId="{40929CAD-9BD7-4141-8D8D-AC24DF73B96C}" type="pres">
      <dgm:prSet presAssocID="{DA64935E-9998-429D-B793-D24E9C55F967}" presName="textRect" presStyleLbl="revTx" presStyleIdx="2" presStyleCnt="4" custLinFactY="102729" custLinFactNeighborX="-45980" custLinFactNeighborY="200000">
        <dgm:presLayoutVars>
          <dgm:bulletEnabled val="1"/>
        </dgm:presLayoutVars>
      </dgm:prSet>
      <dgm:spPr/>
    </dgm:pt>
    <dgm:pt modelId="{10537F88-F71A-478E-89A7-8B7379F6C3F5}" type="pres">
      <dgm:prSet presAssocID="{0DBAE313-83CD-45FD-9104-A29A67E00132}" presName="sibTrans" presStyleLbl="sibTrans2D1" presStyleIdx="0" presStyleCnt="0"/>
      <dgm:spPr/>
    </dgm:pt>
    <dgm:pt modelId="{7456AF66-7B21-4298-80A8-9DFECC627C1D}" type="pres">
      <dgm:prSet presAssocID="{1A5D7148-F762-4705-A637-EA92BDECF860}" presName="compNode" presStyleCnt="0"/>
      <dgm:spPr/>
    </dgm:pt>
    <dgm:pt modelId="{BCF9EE26-F246-461F-B847-41A90924F28F}" type="pres">
      <dgm:prSet presAssocID="{1A5D7148-F762-4705-A637-EA92BDECF860}" presName="pictRect" presStyleLbl="node1" presStyleIdx="3" presStyleCnt="4" custLinFactX="-1956" custLinFactNeighborX="-100000" custLinFactNeighborY="-10934"/>
      <dgm:spPr>
        <a:blipFill>
          <a:blip xmlns:r="http://schemas.openxmlformats.org/officeDocument/2006/relationships" r:embed="rId4"/>
          <a:srcRect/>
          <a:stretch>
            <a:fillRect t="-23000" b="-23000"/>
          </a:stretch>
        </a:blipFill>
      </dgm:spPr>
    </dgm:pt>
    <dgm:pt modelId="{6606DF4C-FCD0-4DFC-9B0C-2AF1804A3F3B}" type="pres">
      <dgm:prSet presAssocID="{1A5D7148-F762-4705-A637-EA92BDECF860}" presName="textRect" presStyleLbl="revTx" presStyleIdx="3" presStyleCnt="4" custScaleX="94707" custScaleY="90655" custLinFactX="-918" custLinFactNeighborX="-100000" custLinFactNeighborY="-20242">
        <dgm:presLayoutVars>
          <dgm:bulletEnabled val="1"/>
        </dgm:presLayoutVars>
      </dgm:prSet>
      <dgm:spPr/>
    </dgm:pt>
  </dgm:ptLst>
  <dgm:cxnLst>
    <dgm:cxn modelId="{B99B010A-D16F-41F9-9C1D-FE489FD7C22D}" srcId="{D1FC0313-50BE-4D2C-9442-E4CAC4275125}" destId="{EDA20E21-88C2-4854-BA0B-234F9F92E119}" srcOrd="0" destOrd="0" parTransId="{41BF911A-67EE-40A2-9CB9-E7FBE0247096}" sibTransId="{C0C6ECB7-3E13-4171-8E97-807A994F0512}"/>
    <dgm:cxn modelId="{2097A923-007F-421A-8F9B-C713B38B36CB}" srcId="{D1FC0313-50BE-4D2C-9442-E4CAC4275125}" destId="{DA64935E-9998-429D-B793-D24E9C55F967}" srcOrd="2" destOrd="0" parTransId="{54561797-8F99-4F4C-8218-AB6299E7923E}" sibTransId="{0DBAE313-83CD-45FD-9104-A29A67E00132}"/>
    <dgm:cxn modelId="{50F7AB2D-FD73-44C2-92D8-E05C65CBA724}" type="presOf" srcId="{0DBAE313-83CD-45FD-9104-A29A67E00132}" destId="{10537F88-F71A-478E-89A7-8B7379F6C3F5}" srcOrd="0" destOrd="0" presId="urn:microsoft.com/office/officeart/2005/8/layout/pList1"/>
    <dgm:cxn modelId="{A5FDCD35-A5BA-44BE-A863-F33D8284085C}" type="presOf" srcId="{E0C2DB5F-A20C-4423-875F-F1B237961B2D}" destId="{D5B5BF95-F3EC-48C1-90FE-24000C33D770}" srcOrd="0" destOrd="0" presId="urn:microsoft.com/office/officeart/2005/8/layout/pList1"/>
    <dgm:cxn modelId="{E3D88239-DD89-40E3-9480-3332E1012506}" type="presOf" srcId="{1A5D7148-F762-4705-A637-EA92BDECF860}" destId="{6606DF4C-FCD0-4DFC-9B0C-2AF1804A3F3B}" srcOrd="0" destOrd="0" presId="urn:microsoft.com/office/officeart/2005/8/layout/pList1"/>
    <dgm:cxn modelId="{B97F3C4F-5B6D-45F7-A6AD-4F8FC80451E7}" type="presOf" srcId="{C0C6ECB7-3E13-4171-8E97-807A994F0512}" destId="{7B86AEBC-EF29-4E6E-98A9-40B0AAA45C66}" srcOrd="0" destOrd="0" presId="urn:microsoft.com/office/officeart/2005/8/layout/pList1"/>
    <dgm:cxn modelId="{8E931873-7822-47BA-92CB-24E9DE5B1065}" type="presOf" srcId="{EDA20E21-88C2-4854-BA0B-234F9F92E119}" destId="{10AA6CDB-759C-4479-AAA4-EB656690B09C}" srcOrd="0" destOrd="0" presId="urn:microsoft.com/office/officeart/2005/8/layout/pList1"/>
    <dgm:cxn modelId="{B9164176-D77F-44DC-8F09-76E1360938E9}" type="presOf" srcId="{D1FC0313-50BE-4D2C-9442-E4CAC4275125}" destId="{F92E4599-5669-443B-9843-3F318CB8BD2D}" srcOrd="0" destOrd="0" presId="urn:microsoft.com/office/officeart/2005/8/layout/pList1"/>
    <dgm:cxn modelId="{C4747D91-10E5-4B2A-AFBA-84CB7E1424C2}" type="presOf" srcId="{DA64935E-9998-429D-B793-D24E9C55F967}" destId="{40929CAD-9BD7-4141-8D8D-AC24DF73B96C}" srcOrd="0" destOrd="0" presId="urn:microsoft.com/office/officeart/2005/8/layout/pList1"/>
    <dgm:cxn modelId="{DE6903B1-4728-4F98-A573-900B351EE2F1}" type="presOf" srcId="{3C083367-527F-4AAC-B3E7-EFE6FED0D97E}" destId="{C215F327-24A3-42A3-B56D-C752808378C8}" srcOrd="0" destOrd="0" presId="urn:microsoft.com/office/officeart/2005/8/layout/pList1"/>
    <dgm:cxn modelId="{3594B6B1-DB17-4639-A9CD-86A0FE6DB38D}" srcId="{D1FC0313-50BE-4D2C-9442-E4CAC4275125}" destId="{3C083367-527F-4AAC-B3E7-EFE6FED0D97E}" srcOrd="1" destOrd="0" parTransId="{7F7863CC-FB02-4255-947D-78125555A00F}" sibTransId="{E0C2DB5F-A20C-4423-875F-F1B237961B2D}"/>
    <dgm:cxn modelId="{17CFCEBB-2737-4084-96A7-23AE27CDE458}" srcId="{D1FC0313-50BE-4D2C-9442-E4CAC4275125}" destId="{1A5D7148-F762-4705-A637-EA92BDECF860}" srcOrd="3" destOrd="0" parTransId="{032E0E8E-AB04-4D13-AB48-23BE29126484}" sibTransId="{EB8F070D-B2DD-4C2C-8980-477800178604}"/>
    <dgm:cxn modelId="{54DE6DAF-B13E-4920-8309-C9F37C54BDD6}" type="presParOf" srcId="{F92E4599-5669-443B-9843-3F318CB8BD2D}" destId="{E722A8E9-FD41-43B4-9B28-B48FC10BC774}" srcOrd="0" destOrd="0" presId="urn:microsoft.com/office/officeart/2005/8/layout/pList1"/>
    <dgm:cxn modelId="{FF0F10EF-00BF-4D23-BF3A-199AB39E98EA}" type="presParOf" srcId="{E722A8E9-FD41-43B4-9B28-B48FC10BC774}" destId="{667C5A4A-5C16-4987-8CD3-CF77524CA6F2}" srcOrd="0" destOrd="0" presId="urn:microsoft.com/office/officeart/2005/8/layout/pList1"/>
    <dgm:cxn modelId="{3CD52833-8271-4234-9AC9-624DDB39804C}" type="presParOf" srcId="{E722A8E9-FD41-43B4-9B28-B48FC10BC774}" destId="{10AA6CDB-759C-4479-AAA4-EB656690B09C}" srcOrd="1" destOrd="0" presId="urn:microsoft.com/office/officeart/2005/8/layout/pList1"/>
    <dgm:cxn modelId="{7DAF3D6D-5F59-4244-ABA4-B440CF98C7AD}" type="presParOf" srcId="{F92E4599-5669-443B-9843-3F318CB8BD2D}" destId="{7B86AEBC-EF29-4E6E-98A9-40B0AAA45C66}" srcOrd="1" destOrd="0" presId="urn:microsoft.com/office/officeart/2005/8/layout/pList1"/>
    <dgm:cxn modelId="{EEDDF6B8-1287-4792-A08B-2666D2ABAB28}" type="presParOf" srcId="{F92E4599-5669-443B-9843-3F318CB8BD2D}" destId="{6325F4B2-AC92-4CA8-BCA7-C0FAD2AFBD6A}" srcOrd="2" destOrd="0" presId="urn:microsoft.com/office/officeart/2005/8/layout/pList1"/>
    <dgm:cxn modelId="{1B3CA15D-082D-482B-8EA8-D0612222701A}" type="presParOf" srcId="{6325F4B2-AC92-4CA8-BCA7-C0FAD2AFBD6A}" destId="{28353EC7-AE9D-450F-9C4A-4C8D94389A2E}" srcOrd="0" destOrd="0" presId="urn:microsoft.com/office/officeart/2005/8/layout/pList1"/>
    <dgm:cxn modelId="{0BB109A1-4E02-4F0F-A581-A10830DA2B09}" type="presParOf" srcId="{6325F4B2-AC92-4CA8-BCA7-C0FAD2AFBD6A}" destId="{C215F327-24A3-42A3-B56D-C752808378C8}" srcOrd="1" destOrd="0" presId="urn:microsoft.com/office/officeart/2005/8/layout/pList1"/>
    <dgm:cxn modelId="{30B53CB8-9F2A-4C73-8766-B1EEF056E148}" type="presParOf" srcId="{F92E4599-5669-443B-9843-3F318CB8BD2D}" destId="{D5B5BF95-F3EC-48C1-90FE-24000C33D770}" srcOrd="3" destOrd="0" presId="urn:microsoft.com/office/officeart/2005/8/layout/pList1"/>
    <dgm:cxn modelId="{80EA1CCB-EB01-4EB9-97B6-7DBC68654F40}" type="presParOf" srcId="{F92E4599-5669-443B-9843-3F318CB8BD2D}" destId="{E7338E16-A587-4194-8531-B2AFC8EB46AC}" srcOrd="4" destOrd="0" presId="urn:microsoft.com/office/officeart/2005/8/layout/pList1"/>
    <dgm:cxn modelId="{50A459AB-4942-47BA-AC7D-F3F0C878AD08}" type="presParOf" srcId="{E7338E16-A587-4194-8531-B2AFC8EB46AC}" destId="{0812AD76-209E-48A6-97A4-AD671F988F92}" srcOrd="0" destOrd="0" presId="urn:microsoft.com/office/officeart/2005/8/layout/pList1"/>
    <dgm:cxn modelId="{C38B157D-B947-400B-A79B-D67F9ACBAF7B}" type="presParOf" srcId="{E7338E16-A587-4194-8531-B2AFC8EB46AC}" destId="{40929CAD-9BD7-4141-8D8D-AC24DF73B96C}" srcOrd="1" destOrd="0" presId="urn:microsoft.com/office/officeart/2005/8/layout/pList1"/>
    <dgm:cxn modelId="{13500113-3D98-46B7-8FA7-CCF421A65F74}" type="presParOf" srcId="{F92E4599-5669-443B-9843-3F318CB8BD2D}" destId="{10537F88-F71A-478E-89A7-8B7379F6C3F5}" srcOrd="5" destOrd="0" presId="urn:microsoft.com/office/officeart/2005/8/layout/pList1"/>
    <dgm:cxn modelId="{547E62E5-D1A4-4B2B-BAA4-94CF7A092EF3}" type="presParOf" srcId="{F92E4599-5669-443B-9843-3F318CB8BD2D}" destId="{7456AF66-7B21-4298-80A8-9DFECC627C1D}" srcOrd="6" destOrd="0" presId="urn:microsoft.com/office/officeart/2005/8/layout/pList1"/>
    <dgm:cxn modelId="{892927A0-2553-4717-A652-36F8D3E9007B}" type="presParOf" srcId="{7456AF66-7B21-4298-80A8-9DFECC627C1D}" destId="{BCF9EE26-F246-461F-B847-41A90924F28F}" srcOrd="0" destOrd="0" presId="urn:microsoft.com/office/officeart/2005/8/layout/pList1"/>
    <dgm:cxn modelId="{68079BA4-392C-4153-BE4F-5D33635E9E3C}" type="presParOf" srcId="{7456AF66-7B21-4298-80A8-9DFECC627C1D}" destId="{6606DF4C-FCD0-4DFC-9B0C-2AF1804A3F3B}" srcOrd="1" destOrd="0" presId="urn:microsoft.com/office/officeart/2005/8/layout/pList1"/>
  </dgm:cxnLst>
  <dgm:bg/>
  <dgm:whole>
    <a:ln w="76200"/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7C5A4A-5C16-4987-8CD3-CF77524CA6F2}">
      <dsp:nvSpPr>
        <dsp:cNvPr id="0" name=""/>
        <dsp:cNvSpPr/>
      </dsp:nvSpPr>
      <dsp:spPr>
        <a:xfrm>
          <a:off x="991848" y="0"/>
          <a:ext cx="3417294" cy="2354516"/>
        </a:xfrm>
        <a:prstGeom prst="roundRect">
          <a:avLst/>
        </a:prstGeom>
        <a:blipFill>
          <a:blip xmlns:r="http://schemas.openxmlformats.org/officeDocument/2006/relationships" r:embed="rId1"/>
          <a:srcRect/>
          <a:stretch>
            <a:fillRect t="-4000" b="-4000"/>
          </a:stretch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0AA6CDB-759C-4479-AAA4-EB656690B09C}">
      <dsp:nvSpPr>
        <dsp:cNvPr id="0" name=""/>
        <dsp:cNvSpPr/>
      </dsp:nvSpPr>
      <dsp:spPr>
        <a:xfrm>
          <a:off x="991848" y="2297642"/>
          <a:ext cx="3417294" cy="1267816"/>
        </a:xfrm>
        <a:prstGeom prst="rect">
          <a:avLst/>
        </a:prstGeom>
        <a:solidFill>
          <a:schemeClr val="lt1">
            <a:alpha val="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4480" tIns="284480" rIns="284480" bIns="0" numCol="1" spcCol="1270" anchor="t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4000" kern="1200" dirty="0"/>
            <a:t>Học tập</a:t>
          </a:r>
          <a:endParaRPr lang="en-US" sz="4000" kern="1200" dirty="0"/>
        </a:p>
      </dsp:txBody>
      <dsp:txXfrm>
        <a:off x="991848" y="2297642"/>
        <a:ext cx="3417294" cy="1267816"/>
      </dsp:txXfrm>
    </dsp:sp>
    <dsp:sp modelId="{28353EC7-AE9D-450F-9C4A-4C8D94389A2E}">
      <dsp:nvSpPr>
        <dsp:cNvPr id="0" name=""/>
        <dsp:cNvSpPr/>
      </dsp:nvSpPr>
      <dsp:spPr>
        <a:xfrm>
          <a:off x="6911977" y="0"/>
          <a:ext cx="3417294" cy="2354516"/>
        </a:xfrm>
        <a:prstGeom prst="roundRect">
          <a:avLst/>
        </a:prstGeom>
        <a:blipFill>
          <a:blip xmlns:r="http://schemas.openxmlformats.org/officeDocument/2006/relationships" r:embed="rId2"/>
          <a:srcRect/>
          <a:stretch>
            <a:fillRect t="-23000" b="-23000"/>
          </a:stretch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215F327-24A3-42A3-B56D-C752808378C8}">
      <dsp:nvSpPr>
        <dsp:cNvPr id="0" name=""/>
        <dsp:cNvSpPr/>
      </dsp:nvSpPr>
      <dsp:spPr>
        <a:xfrm>
          <a:off x="6855045" y="2368779"/>
          <a:ext cx="3417294" cy="1267816"/>
        </a:xfrm>
        <a:prstGeom prst="rect">
          <a:avLst/>
        </a:prstGeom>
        <a:solidFill>
          <a:schemeClr val="lt1">
            <a:alpha val="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4480" tIns="284480" rIns="284480" bIns="0" numCol="1" spcCol="1270" anchor="t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4000" kern="1200" dirty="0"/>
            <a:t>Thực hành</a:t>
          </a:r>
          <a:endParaRPr lang="en-US" sz="4000" kern="1200" dirty="0"/>
        </a:p>
      </dsp:txBody>
      <dsp:txXfrm>
        <a:off x="6855045" y="2368779"/>
        <a:ext cx="3417294" cy="1267816"/>
      </dsp:txXfrm>
    </dsp:sp>
    <dsp:sp modelId="{0812AD76-209E-48A6-97A4-AD671F988F92}">
      <dsp:nvSpPr>
        <dsp:cNvPr id="0" name=""/>
        <dsp:cNvSpPr/>
      </dsp:nvSpPr>
      <dsp:spPr>
        <a:xfrm>
          <a:off x="6959245" y="3777850"/>
          <a:ext cx="3417294" cy="2354516"/>
        </a:xfrm>
        <a:prstGeom prst="roundRect">
          <a:avLst/>
        </a:prstGeom>
        <a:blipFill>
          <a:blip xmlns:r="http://schemas.openxmlformats.org/officeDocument/2006/relationships" r:embed="rId3"/>
          <a:srcRect/>
          <a:stretch>
            <a:fillRect t="-23000" b="-23000"/>
          </a:stretch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0929CAD-9BD7-4141-8D8D-AC24DF73B96C}">
      <dsp:nvSpPr>
        <dsp:cNvPr id="0" name=""/>
        <dsp:cNvSpPr/>
      </dsp:nvSpPr>
      <dsp:spPr>
        <a:xfrm>
          <a:off x="6890933" y="6195442"/>
          <a:ext cx="3417294" cy="1267816"/>
        </a:xfrm>
        <a:prstGeom prst="rect">
          <a:avLst/>
        </a:prstGeom>
        <a:solidFill>
          <a:schemeClr val="lt1">
            <a:alpha val="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4480" tIns="284480" rIns="284480" bIns="0" numCol="1" spcCol="1270" anchor="t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4000" kern="1200" dirty="0"/>
            <a:t>Đánh giá</a:t>
          </a:r>
          <a:endParaRPr lang="en-US" sz="4000" kern="1200" dirty="0"/>
        </a:p>
      </dsp:txBody>
      <dsp:txXfrm>
        <a:off x="6890933" y="6195442"/>
        <a:ext cx="3417294" cy="1267816"/>
      </dsp:txXfrm>
    </dsp:sp>
    <dsp:sp modelId="{BCF9EE26-F246-461F-B847-41A90924F28F}">
      <dsp:nvSpPr>
        <dsp:cNvPr id="0" name=""/>
        <dsp:cNvSpPr/>
      </dsp:nvSpPr>
      <dsp:spPr>
        <a:xfrm>
          <a:off x="1218900" y="3709497"/>
          <a:ext cx="3417294" cy="2354516"/>
        </a:xfrm>
        <a:prstGeom prst="roundRect">
          <a:avLst/>
        </a:prstGeom>
        <a:blipFill>
          <a:blip xmlns:r="http://schemas.openxmlformats.org/officeDocument/2006/relationships" r:embed="rId4"/>
          <a:srcRect/>
          <a:stretch>
            <a:fillRect t="-23000" b="-23000"/>
          </a:stretch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606DF4C-FCD0-4DFC-9B0C-2AF1804A3F3B}">
      <dsp:nvSpPr>
        <dsp:cNvPr id="0" name=""/>
        <dsp:cNvSpPr/>
      </dsp:nvSpPr>
      <dsp:spPr>
        <a:xfrm>
          <a:off x="1344811" y="6124064"/>
          <a:ext cx="3236417" cy="1149338"/>
        </a:xfrm>
        <a:prstGeom prst="rect">
          <a:avLst/>
        </a:prstGeom>
        <a:solidFill>
          <a:schemeClr val="lt1">
            <a:alpha val="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4480" tIns="284480" rIns="284480" bIns="0" numCol="1" spcCol="1270" anchor="t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4000" kern="1200" dirty="0"/>
            <a:t>Phát triển</a:t>
          </a:r>
          <a:endParaRPr lang="en-US" sz="4000" kern="1200" dirty="0"/>
        </a:p>
      </dsp:txBody>
      <dsp:txXfrm>
        <a:off x="1344811" y="6124064"/>
        <a:ext cx="3236417" cy="11493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6">
  <dgm:title val=""/>
  <dgm:desc val=""/>
  <dgm:catLst>
    <dgm:cat type="3D" pri="11600"/>
  </dgm:catLst>
  <dgm:scene3d>
    <a:camera prst="perspectiveRelaxedModerately" zoom="92000"/>
    <a:lightRig rig="balanced" dir="t">
      <a:rot lat="0" lon="0" rev="12700000"/>
    </a:lightRig>
  </dgm:scene3d>
  <dgm:styleLbl name="node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5400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54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5400" prstMaterial="plastic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75000" prstMaterial="plastic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0400" extrusionH="12700" prstMaterial="plastic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3357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495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735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120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167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835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927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7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305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66524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44081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749510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59128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2984461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44631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8869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27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E31BA835-12AC-4E8F-955A-EA3F4DE2791F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1792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  <p:sldLayoutId id="2147483801" r:id="rId12"/>
    <p:sldLayoutId id="2147483802" r:id="rId13"/>
    <p:sldLayoutId id="2147483803" r:id="rId14"/>
    <p:sldLayoutId id="2147483804" r:id="rId15"/>
    <p:sldLayoutId id="2147483805" r:id="rId16"/>
    <p:sldLayoutId id="2147483806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40F63-CE96-9125-C56A-0C119862A2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Inforgraphic</a:t>
            </a:r>
            <a:r>
              <a:rPr lang="en-US" dirty="0"/>
              <a:t> </a:t>
            </a:r>
            <a:r>
              <a:rPr lang="vi-VN" dirty="0"/>
              <a:t>về kĩ năng cá nhân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F6C8E5-DC85-B23F-1BEB-BE30DFB570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078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916ED8A-17A7-47DB-E498-4403F92739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0707659"/>
              </p:ext>
            </p:extLst>
          </p:nvPr>
        </p:nvGraphicFramePr>
        <p:xfrm>
          <a:off x="-87086" y="0"/>
          <a:ext cx="12823371" cy="75329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3367597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112</TotalTime>
  <Words>14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Century Gothic</vt:lpstr>
      <vt:lpstr>Wingdings 3</vt:lpstr>
      <vt:lpstr>Slice</vt:lpstr>
      <vt:lpstr>Inforgraphic về kĩ năng cá nhân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9</cp:revision>
  <dcterms:created xsi:type="dcterms:W3CDTF">2025-09-29T21:02:39Z</dcterms:created>
  <dcterms:modified xsi:type="dcterms:W3CDTF">2025-09-30T00:59:27Z</dcterms:modified>
</cp:coreProperties>
</file>